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D185B-7C20-2186-174F-D9216576DB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Songti SC" panose="02010600040101010101" pitchFamily="2" charset="-122"/>
                <a:ea typeface="Songti SC" panose="02010600040101010101" pitchFamily="2" charset="-122"/>
              </a:defRPr>
            </a:lvl1pPr>
          </a:lstStyle>
          <a:p>
            <a:r>
              <a:rPr lang="en-US" dirty="0" err="1"/>
              <a:t>MDT指南推荐报告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506CA-CA2A-4C9A-8A52-95AA6A55403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solidFill>
                  <a:srgbClr val="666666"/>
                </a:solidFill>
                <a:latin typeface="Songti SC" panose="02010600040101010101" pitchFamily="2" charset="-122"/>
                <a:ea typeface="Songti SC" panose="0201060004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ctr">
              <a:defRPr sz="2000">
                <a:solidFill>
                  <a:srgbClr val="666666"/>
                </a:solidFill>
              </a:defRPr>
            </a:pPr>
            <a:r>
              <a:rPr lang="zh-CN" altLang="en-US" dirty="0"/>
              <a:t>日期</a:t>
            </a:r>
            <a:r>
              <a:rPr lang="en-US" altLang="zh-CN" dirty="0"/>
              <a:t>: YYYY-MM-DD  |  </a:t>
            </a:r>
            <a:r>
              <a:rPr lang="zh-CN" altLang="en-US" dirty="0"/>
              <a:t>患者数</a:t>
            </a:r>
            <a:r>
              <a:rPr lang="en-US" altLang="zh-CN" dirty="0"/>
              <a:t>: 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5FD99-3612-7D68-772D-E87B05D82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ongti SC" panose="02010600040101010101" pitchFamily="2" charset="-122"/>
                <a:ea typeface="Songti SC" panose="02010600040101010101" pitchFamily="2" charset="-122"/>
              </a:defRPr>
            </a:lvl1pPr>
          </a:lstStyle>
          <a:p>
            <a:fld id="{88F7BACB-84E9-C346-8784-F68FE6BAFE9A}" type="datetimeFigureOut">
              <a:rPr lang="en-US" smtClean="0"/>
              <a:pPr/>
              <a:t>3/19/26</a:t>
            </a:fld>
            <a:endParaRPr lang="en-US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12580-0F5B-5DC4-9CCA-C225D69D4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ongti SC" panose="02010600040101010101" pitchFamily="2" charset="-122"/>
                <a:ea typeface="Songti SC" panose="02010600040101010101" pitchFamily="2" charset="-122"/>
              </a:defRPr>
            </a:lvl1pPr>
          </a:lstStyle>
          <a:p>
            <a:endParaRPr lang="en-US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2651C-4388-99C1-1252-466F66CA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ongti SC" panose="02010600040101010101" pitchFamily="2" charset="-122"/>
                <a:ea typeface="Songti SC" panose="02010600040101010101" pitchFamily="2" charset="-122"/>
              </a:defRPr>
            </a:lvl1pPr>
          </a:lstStyle>
          <a:p>
            <a:fld id="{AF7B3A4B-D9F9-C043-8EBE-63BC999F5EB0}" type="slidenum">
              <a:rPr lang="en-US" smtClean="0"/>
              <a:pPr/>
              <a:t>‹#›</a:t>
            </a:fld>
            <a:endParaRPr lang="en-US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724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9DEA4-1E41-6815-9970-EFEB51A084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943"/>
            <a:ext cx="10515600" cy="449884"/>
          </a:xfrm>
        </p:spPr>
        <p:txBody>
          <a:bodyPr>
            <a:noAutofit/>
          </a:bodyPr>
          <a:lstStyle>
            <a:lvl1pPr>
              <a:defRPr sz="1800" b="1" i="0">
                <a:latin typeface="Songti SC Black" panose="02010600040101010101" pitchFamily="2" charset="-122"/>
                <a:ea typeface="Songti SC Black" panose="02010600040101010101" pitchFamily="2" charset="-122"/>
              </a:defRPr>
            </a:lvl1pPr>
          </a:lstStyle>
          <a:p>
            <a:r>
              <a:rPr lang="en-US" dirty="0" err="1"/>
              <a:t>患者总览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CA397-2729-0E8C-D591-0CC321767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ongti SC" panose="02010600040101010101" pitchFamily="2" charset="-122"/>
                <a:ea typeface="Songti SC" panose="02010600040101010101" pitchFamily="2" charset="-122"/>
              </a:defRPr>
            </a:lvl1pPr>
          </a:lstStyle>
          <a:p>
            <a:fld id="{88F7BACB-84E9-C346-8784-F68FE6BAFE9A}" type="datetimeFigureOut">
              <a:rPr lang="en-US" smtClean="0"/>
              <a:pPr/>
              <a:t>3/19/26</a:t>
            </a:fld>
            <a:endParaRPr lang="en-US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D3B7A3-9B64-5EF0-4CB8-F12602F35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ongti SC" panose="02010600040101010101" pitchFamily="2" charset="-122"/>
                <a:ea typeface="Songti SC" panose="02010600040101010101" pitchFamily="2" charset="-122"/>
              </a:defRPr>
            </a:lvl1pPr>
          </a:lstStyle>
          <a:p>
            <a:endParaRPr lang="en-US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F0387C-B178-4A5F-4A2B-6BC03554C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ongti SC" panose="02010600040101010101" pitchFamily="2" charset="-122"/>
                <a:ea typeface="Songti SC" panose="02010600040101010101" pitchFamily="2" charset="-122"/>
              </a:defRPr>
            </a:lvl1pPr>
          </a:lstStyle>
          <a:p>
            <a:fld id="{AF7B3A4B-D9F9-C043-8EBE-63BC999F5EB0}" type="slidenum">
              <a:rPr lang="en-US" smtClean="0"/>
              <a:pPr/>
              <a:t>‹#›</a:t>
            </a:fld>
            <a:endParaRPr lang="en-US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1C3C2C-6C7E-9E1D-BD43-FCCBBD6B31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5826664"/>
              </p:ext>
            </p:extLst>
          </p:nvPr>
        </p:nvGraphicFramePr>
        <p:xfrm>
          <a:off x="838200" y="89857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540">
                  <a:extLst>
                    <a:ext uri="{9D8B030D-6E8A-4147-A177-3AD203B41FA5}">
                      <a16:colId xmlns:a16="http://schemas.microsoft.com/office/drawing/2014/main" val="1460682360"/>
                    </a:ext>
                  </a:extLst>
                </a:gridCol>
                <a:gridCol w="1510748">
                  <a:extLst>
                    <a:ext uri="{9D8B030D-6E8A-4147-A177-3AD203B41FA5}">
                      <a16:colId xmlns:a16="http://schemas.microsoft.com/office/drawing/2014/main" val="371656236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907890668"/>
                    </a:ext>
                  </a:extLst>
                </a:gridCol>
                <a:gridCol w="3889512">
                  <a:extLst>
                    <a:ext uri="{9D8B030D-6E8A-4147-A177-3AD203B41FA5}">
                      <a16:colId xmlns:a16="http://schemas.microsoft.com/office/drawing/2014/main" val="2760042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i="0" dirty="0">
                          <a:latin typeface="Songti SC Black" panose="02010600040101010101" pitchFamily="2" charset="-122"/>
                          <a:ea typeface="Songti SC Black" panose="02010600040101010101" pitchFamily="2" charset="-122"/>
                        </a:rPr>
                        <a:t>ID</a:t>
                      </a:r>
                      <a:endParaRPr lang="en-US" sz="1400" b="1" i="0" dirty="0">
                        <a:latin typeface="Songti SC Black" panose="02010600040101010101" pitchFamily="2" charset="-122"/>
                        <a:ea typeface="Songti SC Black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 i="0" dirty="0" err="1">
                          <a:latin typeface="Songti SC Black" panose="02010600040101010101" pitchFamily="2" charset="-122"/>
                          <a:ea typeface="Songti SC Black" panose="02010600040101010101" pitchFamily="2" charset="-122"/>
                        </a:rPr>
                        <a:t>患者姓名</a:t>
                      </a:r>
                      <a:endParaRPr lang="en-US" sz="1400" b="1" i="0" dirty="0">
                        <a:latin typeface="Songti SC Black" panose="02010600040101010101" pitchFamily="2" charset="-122"/>
                        <a:ea typeface="Songti SC Black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 i="0" dirty="0" err="1">
                          <a:latin typeface="Songti SC Black" panose="02010600040101010101" pitchFamily="2" charset="-122"/>
                          <a:ea typeface="Songti SC Black" panose="02010600040101010101" pitchFamily="2" charset="-122"/>
                        </a:rPr>
                        <a:t>诊断摘要</a:t>
                      </a:r>
                      <a:endParaRPr lang="en-US" sz="1400" b="1" i="0" dirty="0">
                        <a:latin typeface="Songti SC Black" panose="02010600040101010101" pitchFamily="2" charset="-122"/>
                        <a:ea typeface="Songti SC Black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 i="0" dirty="0" err="1">
                          <a:latin typeface="Songti SC Black" panose="02010600040101010101" pitchFamily="2" charset="-122"/>
                          <a:ea typeface="Songti SC Black" panose="02010600040101010101" pitchFamily="2" charset="-122"/>
                        </a:rPr>
                        <a:t>核心推荐</a:t>
                      </a:r>
                      <a:endParaRPr lang="en-US" sz="1400" b="1" i="0" dirty="0">
                        <a:latin typeface="Songti SC Black" panose="02010600040101010101" pitchFamily="2" charset="-122"/>
                        <a:ea typeface="Songti SC Black" panose="0201060004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2204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2063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050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526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B872B-BFF5-F4F6-BB52-EF099165E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499579"/>
          </a:xfrm>
        </p:spPr>
        <p:txBody>
          <a:bodyPr>
            <a:noAutofit/>
          </a:bodyPr>
          <a:lstStyle>
            <a:lvl1pPr>
              <a:defRPr sz="2400" b="1" i="0">
                <a:latin typeface="Songti SC Black" panose="02010600040101010101" pitchFamily="2" charset="-122"/>
                <a:ea typeface="Songti SC Black" panose="02010600040101010101" pitchFamily="2" charset="-122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患者</a:t>
            </a:r>
            <a:r>
              <a:rPr lang="zh-CN" altLang="en-US" dirty="0"/>
              <a:t>：姓名（</a:t>
            </a:r>
            <a:r>
              <a:rPr lang="en-US" altLang="zh-CN" dirty="0"/>
              <a:t>ID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B3B2C-452D-BAC3-9574-EA3EEC3ED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7BACB-84E9-C346-8784-F68FE6BAFE9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DB8F1-56CD-D486-086D-5EBB8CB12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B3F75-781B-61C2-3B44-F20324ED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3A4B-D9F9-C043-8EBE-63BC999F5EB0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C32D88B-D941-16F4-4D55-F6BDCB4C3E3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26607505"/>
              </p:ext>
            </p:extLst>
          </p:nvPr>
        </p:nvGraphicFramePr>
        <p:xfrm>
          <a:off x="838199" y="1161806"/>
          <a:ext cx="10515600" cy="21019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60175">
                  <a:extLst>
                    <a:ext uri="{9D8B030D-6E8A-4147-A177-3AD203B41FA5}">
                      <a16:colId xmlns:a16="http://schemas.microsoft.com/office/drawing/2014/main" val="1276360313"/>
                    </a:ext>
                  </a:extLst>
                </a:gridCol>
                <a:gridCol w="9455425">
                  <a:extLst>
                    <a:ext uri="{9D8B030D-6E8A-4147-A177-3AD203B41FA5}">
                      <a16:colId xmlns:a16="http://schemas.microsoft.com/office/drawing/2014/main" val="1483078619"/>
                    </a:ext>
                  </a:extLst>
                </a:gridCol>
              </a:tblGrid>
              <a:tr h="420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i="0" dirty="0" err="1">
                          <a:effectLst/>
                          <a:latin typeface="Songti SC Black" panose="02010600040101010101" pitchFamily="2" charset="-122"/>
                          <a:ea typeface="Songti SC Black" panose="02010600040101010101" pitchFamily="2" charset="-122"/>
                        </a:rPr>
                        <a:t>患者ID</a:t>
                      </a:r>
                      <a:endParaRPr lang="en-US" sz="1600" b="1" i="0" dirty="0">
                        <a:effectLst/>
                        <a:latin typeface="Songti SC Black" panose="02010600040101010101" pitchFamily="2" charset="-122"/>
                        <a:ea typeface="Songti SC Black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600" dirty="0"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156326"/>
                  </a:ext>
                </a:extLst>
              </a:tr>
              <a:tr h="420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i="0" dirty="0" err="1">
                          <a:effectLst/>
                          <a:latin typeface="Songti SC Black" panose="02010600040101010101" pitchFamily="2" charset="-122"/>
                          <a:ea typeface="Songti SC Black" panose="02010600040101010101" pitchFamily="2" charset="-122"/>
                        </a:rPr>
                        <a:t>姓名</a:t>
                      </a:r>
                      <a:endParaRPr lang="en-US" sz="1600" b="1" i="0" dirty="0">
                        <a:effectLst/>
                        <a:latin typeface="Songti SC Black" panose="02010600040101010101" pitchFamily="2" charset="-122"/>
                        <a:ea typeface="Songti SC Black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600" dirty="0"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4417788"/>
                  </a:ext>
                </a:extLst>
              </a:tr>
              <a:tr h="420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i="0" dirty="0" err="1">
                          <a:effectLst/>
                          <a:latin typeface="Songti SC Black" panose="02010600040101010101" pitchFamily="2" charset="-122"/>
                          <a:ea typeface="Songti SC Black" panose="02010600040101010101" pitchFamily="2" charset="-122"/>
                        </a:rPr>
                        <a:t>肿瘤部位</a:t>
                      </a:r>
                      <a:endParaRPr lang="en-US" sz="1600" b="1" i="0" dirty="0">
                        <a:effectLst/>
                        <a:latin typeface="Songti SC Black" panose="02010600040101010101" pitchFamily="2" charset="-122"/>
                        <a:ea typeface="Songti SC Black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600" dirty="0"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99915273"/>
                  </a:ext>
                </a:extLst>
              </a:tr>
              <a:tr h="420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i="0" dirty="0" err="1">
                          <a:effectLst/>
                          <a:latin typeface="Songti SC Black" panose="02010600040101010101" pitchFamily="2" charset="-122"/>
                          <a:ea typeface="Songti SC Black" panose="02010600040101010101" pitchFamily="2" charset="-122"/>
                        </a:rPr>
                        <a:t>病种诊断</a:t>
                      </a:r>
                      <a:endParaRPr lang="en-US" sz="1600" b="1" i="0" dirty="0">
                        <a:effectLst/>
                        <a:latin typeface="Songti SC Black" panose="02010600040101010101" pitchFamily="2" charset="-122"/>
                        <a:ea typeface="Songti SC Black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600" dirty="0"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84396162"/>
                  </a:ext>
                </a:extLst>
              </a:tr>
              <a:tr h="420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i="0" dirty="0" err="1">
                          <a:effectLst/>
                          <a:latin typeface="Songti SC Black" panose="02010600040101010101" pitchFamily="2" charset="-122"/>
                          <a:ea typeface="Songti SC Black" panose="02010600040101010101" pitchFamily="2" charset="-122"/>
                        </a:rPr>
                        <a:t>诊断摘要</a:t>
                      </a:r>
                      <a:endParaRPr lang="en-US" sz="1600" b="1" i="0" dirty="0">
                        <a:effectLst/>
                        <a:latin typeface="Songti SC Black" panose="02010600040101010101" pitchFamily="2" charset="-122"/>
                        <a:ea typeface="Songti SC Black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600" dirty="0"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742055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CE8C804-12C2-823F-4962-7FB52B0F4205}"/>
              </a:ext>
            </a:extLst>
          </p:cNvPr>
          <p:cNvSpPr txBox="1"/>
          <p:nvPr userDrawn="1"/>
        </p:nvSpPr>
        <p:spPr>
          <a:xfrm>
            <a:off x="838199" y="4348404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 err="1">
                <a:latin typeface="Songti SC Black" panose="02010600040101010101" pitchFamily="2" charset="-122"/>
                <a:ea typeface="Songti SC Black" panose="02010600040101010101" pitchFamily="2" charset="-122"/>
              </a:rPr>
              <a:t>临床问题</a:t>
            </a:r>
            <a:r>
              <a:rPr lang="zh-CN" altLang="en-US" b="1" i="0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：</a:t>
            </a:r>
            <a:endParaRPr lang="en-US" altLang="zh-CN" b="1" i="0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endParaRPr lang="en-US" b="1" i="0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endParaRPr lang="en-US" b="1" i="0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6090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B872B-BFF5-F4F6-BB52-EF099165E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315912"/>
          </a:xfrm>
        </p:spPr>
        <p:txBody>
          <a:bodyPr/>
          <a:lstStyle>
            <a:lvl1pPr>
              <a:defRPr sz="2400" b="1" i="0">
                <a:latin typeface="Songti SC Black" panose="02010600040101010101" pitchFamily="2" charset="-122"/>
                <a:ea typeface="Songti SC Black" panose="02010600040101010101" pitchFamily="2" charset="-122"/>
              </a:defRPr>
            </a:lvl1pPr>
          </a:lstStyle>
          <a:p>
            <a:r>
              <a:rPr lang="en-US" dirty="0" err="1"/>
              <a:t>患者</a:t>
            </a:r>
            <a:r>
              <a:rPr lang="zh-CN" altLang="en-US" dirty="0"/>
              <a:t>：姓名（</a:t>
            </a:r>
            <a:r>
              <a:rPr lang="en-US" altLang="zh-CN" dirty="0"/>
              <a:t>ID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B3B2C-452D-BAC3-9574-EA3EEC3ED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7BACB-84E9-C346-8784-F68FE6BAFE9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DB8F1-56CD-D486-086D-5EBB8CB12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B3F75-781B-61C2-3B44-F20324ED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3A4B-D9F9-C043-8EBE-63BC999F5EB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B84247-8E42-05E0-A7EE-ABDADB702239}"/>
              </a:ext>
            </a:extLst>
          </p:cNvPr>
          <p:cNvSpPr txBox="1"/>
          <p:nvPr userDrawn="1"/>
        </p:nvSpPr>
        <p:spPr>
          <a:xfrm>
            <a:off x="838199" y="888760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 err="1">
                <a:effectLst/>
                <a:latin typeface="Songti SC Black" panose="02010600040101010101" pitchFamily="2" charset="-122"/>
                <a:ea typeface="Songti SC Black" panose="02010600040101010101" pitchFamily="2" charset="-122"/>
                <a:cs typeface="Times New Roman" panose="02020603050405020304" pitchFamily="18" charset="0"/>
              </a:rPr>
              <a:t>各指南推荐对比</a:t>
            </a:r>
            <a:r>
              <a:rPr lang="en-US" b="1" i="0" dirty="0">
                <a:effectLst/>
                <a:latin typeface="Songti SC Black" panose="02010600040101010101" pitchFamily="2" charset="-122"/>
                <a:ea typeface="Songti SC Black" panose="02010600040101010101" pitchFamily="2" charset="-122"/>
              </a:rPr>
              <a:t> </a:t>
            </a:r>
            <a:endParaRPr lang="en-US" b="1" i="0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F21AEEA-66BE-F5C7-4F2D-35ADFEC96A2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66607244"/>
              </p:ext>
            </p:extLst>
          </p:nvPr>
        </p:nvGraphicFramePr>
        <p:xfrm>
          <a:off x="838198" y="1377041"/>
          <a:ext cx="10515600" cy="18766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2550">
                  <a:extLst>
                    <a:ext uri="{9D8B030D-6E8A-4147-A177-3AD203B41FA5}">
                      <a16:colId xmlns:a16="http://schemas.microsoft.com/office/drawing/2014/main" val="3732865935"/>
                    </a:ext>
                  </a:extLst>
                </a:gridCol>
                <a:gridCol w="1083365">
                  <a:extLst>
                    <a:ext uri="{9D8B030D-6E8A-4147-A177-3AD203B41FA5}">
                      <a16:colId xmlns:a16="http://schemas.microsoft.com/office/drawing/2014/main" val="364082696"/>
                    </a:ext>
                  </a:extLst>
                </a:gridCol>
                <a:gridCol w="7265504">
                  <a:extLst>
                    <a:ext uri="{9D8B030D-6E8A-4147-A177-3AD203B41FA5}">
                      <a16:colId xmlns:a16="http://schemas.microsoft.com/office/drawing/2014/main" val="4225856110"/>
                    </a:ext>
                  </a:extLst>
                </a:gridCol>
                <a:gridCol w="1494181">
                  <a:extLst>
                    <a:ext uri="{9D8B030D-6E8A-4147-A177-3AD203B41FA5}">
                      <a16:colId xmlns:a16="http://schemas.microsoft.com/office/drawing/2014/main" val="320967534"/>
                    </a:ext>
                  </a:extLst>
                </a:gridCol>
              </a:tblGrid>
              <a:tr h="4691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dirty="0" err="1">
                          <a:effectLst/>
                          <a:latin typeface="Songti SC Black" panose="02010600040101010101" pitchFamily="2" charset="-122"/>
                          <a:ea typeface="Songti SC Black" panose="02010600040101010101" pitchFamily="2" charset="-122"/>
                        </a:rPr>
                        <a:t>指南</a:t>
                      </a:r>
                      <a:endParaRPr lang="en-US" sz="1400" b="1" i="0" dirty="0">
                        <a:effectLst/>
                        <a:latin typeface="Songti SC Black" panose="02010600040101010101" pitchFamily="2" charset="-122"/>
                        <a:ea typeface="Songti SC Black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dirty="0" err="1">
                          <a:effectLst/>
                          <a:latin typeface="Songti SC Black" panose="02010600040101010101" pitchFamily="2" charset="-122"/>
                          <a:ea typeface="Songti SC Black" panose="02010600040101010101" pitchFamily="2" charset="-122"/>
                        </a:rPr>
                        <a:t>版本</a:t>
                      </a:r>
                      <a:endParaRPr lang="en-US" sz="1400" b="1" i="0" dirty="0">
                        <a:effectLst/>
                        <a:latin typeface="Songti SC Black" panose="02010600040101010101" pitchFamily="2" charset="-122"/>
                        <a:ea typeface="Songti SC Black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dirty="0" err="1">
                          <a:effectLst/>
                          <a:latin typeface="Songti SC Black" panose="02010600040101010101" pitchFamily="2" charset="-122"/>
                          <a:ea typeface="Songti SC Black" panose="02010600040101010101" pitchFamily="2" charset="-122"/>
                        </a:rPr>
                        <a:t>推荐意见</a:t>
                      </a:r>
                      <a:endParaRPr lang="en-US" sz="1400" b="1" i="0" dirty="0">
                        <a:effectLst/>
                        <a:latin typeface="Songti SC Black" panose="02010600040101010101" pitchFamily="2" charset="-122"/>
                        <a:ea typeface="Songti SC Black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dirty="0" err="1">
                          <a:effectLst/>
                          <a:latin typeface="Songti SC Black" panose="02010600040101010101" pitchFamily="2" charset="-122"/>
                          <a:ea typeface="Songti SC Black" panose="02010600040101010101" pitchFamily="2" charset="-122"/>
                        </a:rPr>
                        <a:t>证据等级</a:t>
                      </a:r>
                      <a:endParaRPr lang="en-US" sz="1400" b="1" i="0" dirty="0">
                        <a:effectLst/>
                        <a:latin typeface="Songti SC Black" panose="02010600040101010101" pitchFamily="2" charset="-122"/>
                        <a:ea typeface="Songti SC Black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21870402"/>
                  </a:ext>
                </a:extLst>
              </a:tr>
              <a:tr h="4691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400"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400"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400" dirty="0"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400" dirty="0"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31995828"/>
                  </a:ext>
                </a:extLst>
              </a:tr>
              <a:tr h="4691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400"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400"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400" dirty="0"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400" dirty="0"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52458025"/>
                  </a:ext>
                </a:extLst>
              </a:tr>
              <a:tr h="4691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400"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400"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400"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400" dirty="0"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0941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428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982D3-2A31-8222-A166-9DDFCB6CA1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6"/>
            <a:ext cx="10515600" cy="303212"/>
          </a:xfrm>
        </p:spPr>
        <p:txBody>
          <a:bodyPr/>
          <a:lstStyle>
            <a:lvl1pPr>
              <a:defRPr sz="2400" b="1" i="0">
                <a:latin typeface="Songti SC Black" panose="02010600040101010101" pitchFamily="2" charset="-122"/>
                <a:ea typeface="Songti SC Black" panose="02010600040101010101" pitchFamily="2" charset="-122"/>
              </a:defRPr>
            </a:lvl1pPr>
          </a:lstStyle>
          <a:p>
            <a:r>
              <a:rPr lang="en-US" dirty="0" err="1"/>
              <a:t>患者</a:t>
            </a:r>
            <a:r>
              <a:rPr lang="zh-CN" altLang="en-US" dirty="0"/>
              <a:t>：姓名（</a:t>
            </a:r>
            <a:r>
              <a:rPr lang="en-US" altLang="zh-CN" dirty="0"/>
              <a:t>ID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EBD87-2654-3B65-418D-304619F9DD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786642"/>
            <a:ext cx="5157787" cy="435871"/>
          </a:xfrm>
        </p:spPr>
        <p:txBody>
          <a:bodyPr anchor="b"/>
          <a:lstStyle>
            <a:lvl1pPr marL="0" indent="0">
              <a:buNone/>
              <a:defRPr sz="2400" b="1" i="0">
                <a:latin typeface="Songti SC Black" panose="02010600040101010101" pitchFamily="2" charset="-122"/>
                <a:ea typeface="Songti SC Black" panose="0201060004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err="1"/>
              <a:t>共识点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D12EE-F36F-27C9-E7BA-FDD5F971D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340817"/>
            <a:ext cx="5157787" cy="4730541"/>
          </a:xfrm>
        </p:spPr>
        <p:txBody>
          <a:bodyPr/>
          <a:lstStyle>
            <a:lvl1pPr>
              <a:defRPr sz="1600">
                <a:latin typeface="Songti SC" panose="02010600040101010101" pitchFamily="2" charset="-122"/>
                <a:ea typeface="Songti SC" panose="02010600040101010101" pitchFamily="2" charset="-122"/>
              </a:defRPr>
            </a:lvl1pPr>
            <a:lvl2pPr>
              <a:defRPr sz="1600">
                <a:latin typeface="Songti SC" panose="02010600040101010101" pitchFamily="2" charset="-122"/>
                <a:ea typeface="Songti SC" panose="02010600040101010101" pitchFamily="2" charset="-122"/>
              </a:defRPr>
            </a:lvl2pPr>
            <a:lvl3pPr>
              <a:defRPr sz="1600">
                <a:latin typeface="Songti SC" panose="02010600040101010101" pitchFamily="2" charset="-122"/>
                <a:ea typeface="Songti SC" panose="02010600040101010101" pitchFamily="2" charset="-122"/>
              </a:defRPr>
            </a:lvl3pPr>
            <a:lvl4pPr>
              <a:defRPr sz="1600">
                <a:latin typeface="Songti SC" panose="02010600040101010101" pitchFamily="2" charset="-122"/>
                <a:ea typeface="Songti SC" panose="02010600040101010101" pitchFamily="2" charset="-122"/>
              </a:defRPr>
            </a:lvl4pPr>
            <a:lvl5pPr>
              <a:defRPr sz="1600">
                <a:latin typeface="Songti SC" panose="02010600040101010101" pitchFamily="2" charset="-122"/>
                <a:ea typeface="Songti SC" panose="02010600040101010101" pitchFamily="2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6E92C6-048F-02E0-5999-74CDBEF1A50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786642"/>
            <a:ext cx="5183188" cy="435871"/>
          </a:xfrm>
        </p:spPr>
        <p:txBody>
          <a:bodyPr anchor="b"/>
          <a:lstStyle>
            <a:lvl1pPr marL="0" indent="0">
              <a:buNone/>
              <a:defRPr sz="2400" b="1" i="0">
                <a:latin typeface="Songti SC Black" panose="02010600040101010101" pitchFamily="2" charset="-122"/>
                <a:ea typeface="Songti SC Black" panose="0201060004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err="1"/>
              <a:t>差异点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138442-AC43-5777-5D7F-04877DD9ED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340817"/>
            <a:ext cx="5183188" cy="4730541"/>
          </a:xfrm>
        </p:spPr>
        <p:txBody>
          <a:bodyPr/>
          <a:lstStyle>
            <a:lvl1pPr>
              <a:defRPr sz="1600">
                <a:latin typeface="Songti SC" panose="02010600040101010101" pitchFamily="2" charset="-122"/>
                <a:ea typeface="Songti SC" panose="02010600040101010101" pitchFamily="2" charset="-122"/>
              </a:defRPr>
            </a:lvl1pPr>
            <a:lvl2pPr>
              <a:defRPr sz="1600">
                <a:latin typeface="Songti SC" panose="02010600040101010101" pitchFamily="2" charset="-122"/>
                <a:ea typeface="Songti SC" panose="02010600040101010101" pitchFamily="2" charset="-122"/>
              </a:defRPr>
            </a:lvl2pPr>
            <a:lvl3pPr>
              <a:defRPr sz="1600">
                <a:latin typeface="Songti SC" panose="02010600040101010101" pitchFamily="2" charset="-122"/>
                <a:ea typeface="Songti SC" panose="02010600040101010101" pitchFamily="2" charset="-122"/>
              </a:defRPr>
            </a:lvl3pPr>
            <a:lvl4pPr>
              <a:defRPr sz="1600">
                <a:latin typeface="Songti SC" panose="02010600040101010101" pitchFamily="2" charset="-122"/>
                <a:ea typeface="Songti SC" panose="02010600040101010101" pitchFamily="2" charset="-122"/>
              </a:defRPr>
            </a:lvl4pPr>
            <a:lvl5pPr>
              <a:defRPr sz="1600">
                <a:latin typeface="Songti SC" panose="02010600040101010101" pitchFamily="2" charset="-122"/>
                <a:ea typeface="Songti SC" panose="02010600040101010101" pitchFamily="2" charset="-122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CCD3E1-545D-D45B-B9B9-9C68236C1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7BACB-84E9-C346-8784-F68FE6BAFE9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0BD934-A7B8-2488-1782-A8C9548AC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3B205A-EB3F-5D6B-A711-40653566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3A4B-D9F9-C043-8EBE-63BC999F5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3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158654-DBD8-7207-6D8A-A8BAD296A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82850-88DA-BA38-AF20-1AD375EFD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66D45-D112-15E3-AA1A-18502AA78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7BACB-84E9-C346-8784-F68FE6BAFE9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68978-2813-D40D-7D30-D38567E2A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5B7AB-6F0F-1323-89DB-5C73538E2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B3A4B-D9F9-C043-8EBE-63BC999F5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34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89549-53F5-887B-DC17-A066D272AC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8153E5-71E7-92D2-149F-F1CA1A7DD5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673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5968-492D-B0D5-A248-F82CEB00D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26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9FEB0-425A-FE84-2F9B-8B008576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70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00367-0D0E-9F36-7ADD-EF7A1B32A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97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0EED-7F4E-971F-2154-E4106F0E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97B44-4EA5-72E2-99E5-0533C750D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F923C-A755-D183-48EA-C85FD02D44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6BCF88-5349-FCB1-5FDA-D19019EBC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71BEED-A264-A182-136D-F64EA6C874C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09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Songti SC</vt:lpstr>
      <vt:lpstr>SONGTI SC BLACK</vt:lpstr>
      <vt:lpstr>SONGTI SC BLACK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Fei Shan</dc:creator>
  <cp:lastModifiedBy>Fei Shan</cp:lastModifiedBy>
  <cp:revision>3</cp:revision>
  <dcterms:created xsi:type="dcterms:W3CDTF">2026-03-19T05:12:56Z</dcterms:created>
  <dcterms:modified xsi:type="dcterms:W3CDTF">2026-03-19T06:03:27Z</dcterms:modified>
</cp:coreProperties>
</file>